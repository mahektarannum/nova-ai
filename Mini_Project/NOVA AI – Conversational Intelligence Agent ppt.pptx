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0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978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049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289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898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529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450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179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1885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24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172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58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2359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2723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1601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297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17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4E92C707-84CE-4CAF-82AA-F34FA9FA2BF2}" type="datetimeFigureOut">
              <a:rPr lang="en-IN" smtClean="0"/>
              <a:t>30-12-2025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57808FF0-413E-4E05-A6A9-0CC4B05CC5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09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NOVA AI – Conversational Intelligence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Methodology:</a:t>
            </a:r>
            <a:r>
              <a:rPr lang="en-US" dirty="0"/>
              <a:t> SDLC (Software Development Life Cycle)</a:t>
            </a:r>
            <a:br>
              <a:rPr lang="en-US" dirty="0"/>
            </a:br>
            <a:r>
              <a:rPr lang="en-US" b="1" dirty="0"/>
              <a:t>Technology:</a:t>
            </a:r>
            <a:r>
              <a:rPr lang="en-US" dirty="0"/>
              <a:t> Python, Flask, AI Models</a:t>
            </a:r>
            <a:br>
              <a:rPr lang="en-US" dirty="0"/>
            </a:br>
            <a:r>
              <a:rPr lang="en-US" b="1" dirty="0"/>
              <a:t>Presented by: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575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40851" y="3065418"/>
            <a:ext cx="721223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Nova AI is an intelligent conversational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to understand user queries and respond accurately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Built using structured SDLC 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scalability, reliability, and modular design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4" b="10407"/>
          <a:stretch/>
        </p:blipFill>
        <p:spPr>
          <a:xfrm>
            <a:off x="7506790" y="2516778"/>
            <a:ext cx="4327548" cy="258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19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Artificial Intelligence enables human-like communication</a:t>
            </a:r>
          </a:p>
          <a:p>
            <a:r>
              <a:rPr lang="en-US" dirty="0" err="1"/>
              <a:t>Chatbots</a:t>
            </a:r>
            <a:r>
              <a:rPr lang="en-US" dirty="0"/>
              <a:t> are widely used in support, education, and automation</a:t>
            </a:r>
          </a:p>
          <a:p>
            <a:r>
              <a:rPr lang="en-US" dirty="0"/>
              <a:t>Nova AI is a backend-driven AI assistant</a:t>
            </a:r>
          </a:p>
          <a:p>
            <a:r>
              <a:rPr lang="en-US" dirty="0"/>
              <a:t>SDLC ensures systematic and error-free development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10" b="11864"/>
          <a:stretch/>
        </p:blipFill>
        <p:spPr>
          <a:xfrm>
            <a:off x="7480663" y="3492138"/>
            <a:ext cx="4584975" cy="249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137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SDLC?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526820"/>
            <a:ext cx="666079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a structured development approach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errors and rework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software quality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future maintenance easier</a:t>
            </a:r>
          </a:p>
        </p:txBody>
      </p:sp>
    </p:spTree>
    <p:extLst>
      <p:ext uri="{BB962C8B-B14F-4D97-AF65-F5344CB8AC3E}">
        <p14:creationId xmlns:p14="http://schemas.microsoft.com/office/powerpoint/2010/main" val="3987332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5994" y="2948890"/>
            <a:ext cx="567360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rule-based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understanding of natural language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Cannot scale efficiently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an AI-powered conversational agent</a:t>
            </a:r>
          </a:p>
        </p:txBody>
      </p:sp>
      <p:pic>
        <p:nvPicPr>
          <p:cNvPr id="4099" name="Picture 3" descr="https://blog.desafiolatam.com/wp-content/uploads/2023/09/proyectos-para-Back-End-1200x67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255" y="2654816"/>
            <a:ext cx="4619625" cy="2598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0815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1: 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Functional Requirements:</a:t>
            </a:r>
          </a:p>
          <a:p>
            <a:r>
              <a:rPr lang="en-US" dirty="0"/>
              <a:t>Accept user text input</a:t>
            </a:r>
          </a:p>
          <a:p>
            <a:r>
              <a:rPr lang="en-US" dirty="0"/>
              <a:t>Generate AI-based responses</a:t>
            </a:r>
          </a:p>
          <a:p>
            <a:r>
              <a:rPr lang="en-US" dirty="0"/>
              <a:t>Handle API requests securely</a:t>
            </a:r>
          </a:p>
          <a:p>
            <a:r>
              <a:rPr lang="en-US" b="1" dirty="0"/>
              <a:t>Non-Functional Requirements:</a:t>
            </a:r>
          </a:p>
          <a:p>
            <a:r>
              <a:rPr lang="en-US" dirty="0"/>
              <a:t>Fast response time</a:t>
            </a:r>
          </a:p>
          <a:p>
            <a:r>
              <a:rPr lang="en-US" dirty="0"/>
              <a:t>Secure API usage</a:t>
            </a:r>
          </a:p>
          <a:p>
            <a:r>
              <a:rPr lang="en-US" dirty="0"/>
              <a:t>Easy user interaction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839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2: SYSTEM DESIGN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526820"/>
            <a:ext cx="484619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Client–Server architecture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design approach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 frontend and backend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logic handled independently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40" y="2489200"/>
            <a:ext cx="5242560" cy="3495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66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Components:</a:t>
            </a:r>
            <a:endParaRPr lang="en-IN" dirty="0"/>
          </a:p>
          <a:p>
            <a:r>
              <a:rPr lang="en-IN" dirty="0"/>
              <a:t>User Interface (Frontend)</a:t>
            </a:r>
          </a:p>
          <a:p>
            <a:r>
              <a:rPr lang="en-IN" dirty="0"/>
              <a:t>Flask Backend Server</a:t>
            </a:r>
          </a:p>
          <a:p>
            <a:r>
              <a:rPr lang="en-IN" dirty="0"/>
              <a:t>AI Model API</a:t>
            </a:r>
          </a:p>
          <a:p>
            <a:r>
              <a:rPr lang="en-IN" dirty="0"/>
              <a:t>Environment Variables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9956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FLOW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342154"/>
            <a:ext cx="455445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enters message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 sends request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processes request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model generates response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displayed to user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20" y="2334260"/>
            <a:ext cx="395478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0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3: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Technologies Used:</a:t>
            </a:r>
          </a:p>
          <a:p>
            <a:r>
              <a:rPr lang="en-US" dirty="0"/>
              <a:t>Python – Core programming</a:t>
            </a:r>
          </a:p>
          <a:p>
            <a:r>
              <a:rPr lang="en-US" dirty="0"/>
              <a:t>Flask – Backend framework</a:t>
            </a:r>
          </a:p>
          <a:p>
            <a:r>
              <a:rPr lang="en-US" dirty="0"/>
              <a:t>REST API – Communication</a:t>
            </a:r>
          </a:p>
          <a:p>
            <a:r>
              <a:rPr lang="en-US" dirty="0"/>
              <a:t>AI Models – Response generation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601" y="2509838"/>
            <a:ext cx="4156748" cy="350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897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PROJECT STRUCTURE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Nova-AI/</a:t>
            </a:r>
          </a:p>
          <a:p>
            <a:r>
              <a:rPr lang="en-IN" dirty="0"/>
              <a:t>├── backend/</a:t>
            </a:r>
          </a:p>
          <a:p>
            <a:r>
              <a:rPr lang="en-IN" dirty="0"/>
              <a:t>│   ├── app.py</a:t>
            </a:r>
          </a:p>
          <a:p>
            <a:r>
              <a:rPr lang="en-IN" dirty="0"/>
              <a:t>│   ├── ai_client.py</a:t>
            </a:r>
          </a:p>
          <a:p>
            <a:r>
              <a:rPr lang="en-IN" dirty="0"/>
              <a:t>│   ├── test_groq.py</a:t>
            </a:r>
          </a:p>
          <a:p>
            <a:r>
              <a:rPr lang="en-IN" dirty="0"/>
              <a:t>│   └── .</a:t>
            </a:r>
            <a:r>
              <a:rPr lang="en-IN" dirty="0" err="1"/>
              <a:t>env</a:t>
            </a:r>
            <a:endParaRPr lang="en-IN" dirty="0"/>
          </a:p>
          <a:p>
            <a:r>
              <a:rPr lang="en-IN" dirty="0"/>
              <a:t>├── frontend/</a:t>
            </a:r>
          </a:p>
          <a:p>
            <a:r>
              <a:rPr lang="en-IN" dirty="0"/>
              <a:t>│   ├── index.html</a:t>
            </a:r>
          </a:p>
          <a:p>
            <a:r>
              <a:rPr lang="en-IN" dirty="0"/>
              <a:t>│   ├── style.css</a:t>
            </a:r>
          </a:p>
          <a:p>
            <a:r>
              <a:rPr lang="en-IN" dirty="0"/>
              <a:t>│   └── script.js</a:t>
            </a:r>
          </a:p>
        </p:txBody>
      </p:sp>
    </p:spTree>
    <p:extLst>
      <p:ext uri="{BB962C8B-B14F-4D97-AF65-F5344CB8AC3E}">
        <p14:creationId xmlns:p14="http://schemas.microsoft.com/office/powerpoint/2010/main" val="312266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WORKING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649931"/>
            <a:ext cx="380585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Flask server listens to requests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/chat</a:t>
            </a:r>
            <a:r>
              <a:rPr kumimoji="0" lang="en-US" alt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API endpoint created</a:t>
            </a:r>
            <a:endParaRPr kumimoji="0" lang="en-US" alt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sent to AI model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returned to frontend</a:t>
            </a:r>
          </a:p>
        </p:txBody>
      </p:sp>
      <p:pic>
        <p:nvPicPr>
          <p:cNvPr id="7171" name="Picture 3" descr="https://cdn.gamma.app/k8xc3nnqluoq4ex/847328d0a48e418cbbd44e702a244c72/original/e4546a5-Appcards_Backend_Diagram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546" y="2860061"/>
            <a:ext cx="6459454" cy="2715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451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AI MODEL INTEGRATION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526820"/>
            <a:ext cx="551208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client handles API communication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keys stored securely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generates intelligent replies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formatted and returned</a:t>
            </a:r>
          </a:p>
        </p:txBody>
      </p:sp>
      <p:pic>
        <p:nvPicPr>
          <p:cNvPr id="8195" name="Picture 3" descr="https://miro.medium.com/v2/resize:fit:1024/1*EPCRIFNls4lwIaU6vZS0dw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2138" y="2804160"/>
            <a:ext cx="3360715" cy="3360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4400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4: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6805" y="3038929"/>
            <a:ext cx="8825659" cy="3416300"/>
          </a:xfrm>
        </p:spPr>
        <p:txBody>
          <a:bodyPr/>
          <a:lstStyle/>
          <a:p>
            <a:r>
              <a:rPr lang="en-US" b="1" dirty="0"/>
              <a:t>Testing Methods:</a:t>
            </a:r>
          </a:p>
          <a:p>
            <a:r>
              <a:rPr lang="en-US" dirty="0"/>
              <a:t>Unit Testing</a:t>
            </a:r>
          </a:p>
          <a:p>
            <a:r>
              <a:rPr lang="en-US" dirty="0"/>
              <a:t>API Testing</a:t>
            </a:r>
          </a:p>
          <a:p>
            <a:r>
              <a:rPr lang="en-US" dirty="0"/>
              <a:t>Integration Testing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0" b="12106"/>
          <a:stretch/>
        </p:blipFill>
        <p:spPr>
          <a:xfrm>
            <a:off x="6505303" y="2868386"/>
            <a:ext cx="3975462" cy="285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4910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RESULTS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711485"/>
            <a:ext cx="528503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 inputs give correct responses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 handled properly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failures managed graceful</a:t>
            </a:r>
          </a:p>
        </p:txBody>
      </p:sp>
      <p:pic>
        <p:nvPicPr>
          <p:cNvPr id="5" name="Picture 3" descr="https://apinova.ai/assets/Untitled_1751525070487-Dq6y97Ek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4640" y="2812868"/>
            <a:ext cx="3969446" cy="3003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1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5: DEPLOYMENT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57114" y="3579405"/>
            <a:ext cx="510428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Local deployment using Flask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variables configured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for cloud deployment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718" y="3152503"/>
            <a:ext cx="4803450" cy="270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95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6: MAINTENANCE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1154954" y="3711485"/>
            <a:ext cx="44181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 bug fixing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replacement possible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upgrades supported</a:t>
            </a:r>
          </a:p>
        </p:txBody>
      </p:sp>
      <p:pic>
        <p:nvPicPr>
          <p:cNvPr id="11268" name="Picture 4" descr="https://tse2.mm.bing.net/th/id/OIP.KMyq7oAVbEO4-ifahe-IAQHaEz?pid=Api&amp;P=0&amp;h=22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512" y="3375524"/>
            <a:ext cx="3228975" cy="209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089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54954" y="3526820"/>
            <a:ext cx="44887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AI responses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SDLC-based design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API handling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5970494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internet connection</a:t>
            </a:r>
          </a:p>
          <a:p>
            <a:r>
              <a:rPr lang="en-US" dirty="0"/>
              <a:t>API rate limits</a:t>
            </a:r>
          </a:p>
          <a:p>
            <a:r>
              <a:rPr lang="en-US" dirty="0"/>
              <a:t>No long-term memory</a:t>
            </a:r>
          </a:p>
          <a:p>
            <a:r>
              <a:rPr lang="en-US" dirty="0"/>
              <a:t>Single-user focus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8274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54</TotalTime>
  <Words>375</Words>
  <Application>Microsoft Office PowerPoint</Application>
  <PresentationFormat>Widescreen</PresentationFormat>
  <Paragraphs>102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 Unicode MS</vt:lpstr>
      <vt:lpstr>Arial</vt:lpstr>
      <vt:lpstr>Century Gothic</vt:lpstr>
      <vt:lpstr>Wingdings</vt:lpstr>
      <vt:lpstr>Wingdings 3</vt:lpstr>
      <vt:lpstr>Ion Boardroom</vt:lpstr>
      <vt:lpstr>NOVA AI – Conversational Intelligence Agent</vt:lpstr>
      <vt:lpstr>ABSTRACT</vt:lpstr>
      <vt:lpstr>INTRODUCTION</vt:lpstr>
      <vt:lpstr>WHY SDLC?</vt:lpstr>
      <vt:lpstr>PROBLEM STATEMENT</vt:lpstr>
      <vt:lpstr>PHASE 1: REQUIREMENT ANALYSIS</vt:lpstr>
      <vt:lpstr>PHASE 2: SYSTEM DESIGN</vt:lpstr>
      <vt:lpstr>SYSTEM ARCHITECTURE</vt:lpstr>
      <vt:lpstr>SYSTEM FLOW</vt:lpstr>
      <vt:lpstr>PHASE 3: IMPLEMENTATION</vt:lpstr>
      <vt:lpstr>PROJECT STRUCTURE</vt:lpstr>
      <vt:lpstr>BACKEND WORKING</vt:lpstr>
      <vt:lpstr>AI MODEL INTEGRATION</vt:lpstr>
      <vt:lpstr>PHASE 4: TESTING</vt:lpstr>
      <vt:lpstr>TEST RESULTS</vt:lpstr>
      <vt:lpstr>PHASE 5: DEPLOYMENT</vt:lpstr>
      <vt:lpstr>PHASE 6: MAINTENANCE</vt:lpstr>
      <vt:lpstr>FEATURES</vt:lpstr>
      <vt:lpstr>LIMITATIONS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AI – Conversational Intelligence Agent</dc:title>
  <dc:creator>Microsoft account</dc:creator>
  <cp:lastModifiedBy>Microsoft account</cp:lastModifiedBy>
  <cp:revision>6</cp:revision>
  <dcterms:created xsi:type="dcterms:W3CDTF">2025-12-30T15:22:41Z</dcterms:created>
  <dcterms:modified xsi:type="dcterms:W3CDTF">2025-12-30T16:17:17Z</dcterms:modified>
</cp:coreProperties>
</file>